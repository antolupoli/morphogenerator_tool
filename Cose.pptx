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 showGuides="1">
      <p:cViewPr>
        <p:scale>
          <a:sx n="160" d="100"/>
          <a:sy n="160" d="100"/>
        </p:scale>
        <p:origin x="-858" y="-17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LUPOLI" userId="b2c27a82-fbdc-4a65-b75d-1b16c2e0fbb8" providerId="ADAL" clId="{DFE0F1A2-EEE9-4761-90DC-4F7D24ED9578}"/>
    <pc:docChg chg="modSld">
      <pc:chgData name="ANTONIO LUPOLI" userId="b2c27a82-fbdc-4a65-b75d-1b16c2e0fbb8" providerId="ADAL" clId="{DFE0F1A2-EEE9-4761-90DC-4F7D24ED9578}" dt="2026-09-22T08:21:02.267" v="0" actId="1076"/>
      <pc:docMkLst>
        <pc:docMk/>
      </pc:docMkLst>
      <pc:sldChg chg="modSp mod">
        <pc:chgData name="ANTONIO LUPOLI" userId="b2c27a82-fbdc-4a65-b75d-1b16c2e0fbb8" providerId="ADAL" clId="{DFE0F1A2-EEE9-4761-90DC-4F7D24ED9578}" dt="2026-09-22T08:21:02.267" v="0" actId="1076"/>
        <pc:sldMkLst>
          <pc:docMk/>
          <pc:sldMk cId="1360856375" sldId="261"/>
        </pc:sldMkLst>
        <pc:picChg chg="mod">
          <ac:chgData name="ANTONIO LUPOLI" userId="b2c27a82-fbdc-4a65-b75d-1b16c2e0fbb8" providerId="ADAL" clId="{DFE0F1A2-EEE9-4761-90DC-4F7D24ED9578}" dt="2026-09-22T08:21:02.267" v="0" actId="1076"/>
          <ac:picMkLst>
            <pc:docMk/>
            <pc:sldMk cId="1360856375" sldId="261"/>
            <ac:picMk id="3" creationId="{1E4B446F-D783-683A-30BA-2FA4A233B0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074BCD-88AF-05DD-7B87-D2FB30019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B390A5-6CFC-8736-98CA-62CAF896B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2B7FBA-C1CE-5E29-2CA9-1C0F2805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94289B-1D38-2673-5385-BF0995EB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862B38-8723-13EF-CEDC-F2E83304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725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231BBF-ED78-C741-579B-A7A095FD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DBF12F-FF88-97BB-56AD-D8A76AD95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29A75F-39DA-906B-FAF9-FE4824F0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9400FE-67AC-9567-2CFC-0D5A4CA1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EF4B9A-0359-414F-6F77-D4BE3967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28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710747-DB60-2823-29C3-D40E09B1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4E99E7-B8EF-929C-D91F-DA1CBB697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EA4E64-EE60-0D92-1AE4-06F2DE34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BC3F60-C350-A3B2-C7AA-D6632D0C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48D3BC-5431-0D9E-BFE3-8D5745D7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58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1ECECB-4F7D-AB25-A7A9-46AE57BC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CA23CF-4416-8707-DB90-504F7391D2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1925127-7E84-B4C0-E78B-833287F82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3037D1-06E1-0C34-6FF4-BF74FDAB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AAA688-FF78-6D82-7221-E8E31142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AD391B1-3EA9-3803-CFB9-0D7ECB1F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4641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27289F-BFC8-406F-807B-421F3B59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2C944F-0A33-39FA-6367-5BDAA683B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81AF0FB-EB0F-9C1B-2C67-213275977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54CD5A3-3EC4-D1D7-B558-6F4660DC4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A3AB75C-621F-28D2-0FDC-9B73830EB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64BE7EB-503C-2931-0A97-40DF38CC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01C7FBB-E6F5-64F3-0933-EB20C4AA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A1376E0-C274-C3E1-762A-99186787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33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F616A-79D0-C3EF-100B-43C75C45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0AE336A-70DE-233E-3ACA-CC7AC9C3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B100903-4220-5BD1-B8C4-491201FA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56EAC11-EB34-FB58-23A2-E85669D1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929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D390A19-3023-646B-4651-2155F000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A5F797F-63FC-5064-ED75-F5C92DD1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D42672-F7E7-D482-FF7A-0EFB5F3F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002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6AE965-59F9-955C-D89C-A130F4A6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7C2C55-6B2D-7A0A-0824-2096C8AA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A644F5-6287-FF02-3978-BB6623DB6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343F8C8-BEC8-B203-AD65-9013763F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7BFD5B-2FD3-A742-02D9-0CA75971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8FD34EB-F915-12A0-1BB6-97002A20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55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73FD0C-BFD7-B2A2-46FF-EF7592B5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76A91AB-CE6C-B174-025D-BB62076FA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84297E4-5419-5330-15D5-13E2BC6FE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A9338D9-F7AC-5B0C-E73C-CAEEE8D6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587C08F-2882-A4E5-C5F5-16DD31AB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86C1AC-4108-D06F-9A00-8E8D0BB5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4061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0D3BAB-40D6-8635-5D3F-E30473CD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B65DAFA-0FFF-202E-9D54-208338E3F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00CC3D-F198-EE99-ED55-1134EAEF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BD7EC6-BEAE-6F1A-8BB9-4AF93762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E10D03-08CC-12A1-4139-A3D877C7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70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4849A73-4814-1897-0BD2-EBC37A70B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E5A72FE-7C31-217D-9A10-957F26496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6CDD3A-BF87-107D-FBB1-BD5EABA8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A6E381-BD41-19FE-52D4-CA399CE7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77A90C-C1AA-11AD-19E9-866466D2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420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7DCE676-8C96-0B3A-C486-A462B0E0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6DE64C-BCDE-95E0-FDBA-6ABA7D12B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09B6E7-BAE8-5F2C-C85B-44CB2E0BA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BFD80-12C0-4B9E-AAF2-65B4B0A9D38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00DF59-DCB2-499C-E41F-EAB5F6589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996500-5573-4C42-F8E3-04516C78A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4CEF4-552B-4AD4-8C50-A2C16D8A14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86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AB493104-0FC2-CD02-7800-1FA48587E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930" y="714213"/>
            <a:ext cx="6612140" cy="550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02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7621E-F26E-00FA-1566-19670048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22A96A0-5178-C2B4-1428-F286E410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939" y="2727338"/>
            <a:ext cx="3699729" cy="375677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AA6E42A-7525-C160-9F09-7E7BE9011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875"/>
          <a:stretch>
            <a:fillRect/>
          </a:stretch>
        </p:blipFill>
        <p:spPr>
          <a:xfrm rot="16200000">
            <a:off x="4307025" y="-2987330"/>
            <a:ext cx="3020975" cy="92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2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BA3B-3DB3-4ECA-2640-BAC2FC1F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F57AF6FF-E386-253B-44EA-D395E07D7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57160">
            <a:off x="4550425" y="2600602"/>
            <a:ext cx="3378566" cy="345448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85D73AC-9D57-D8EF-9B11-1BDB4674D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0" r="48848"/>
          <a:stretch>
            <a:fillRect/>
          </a:stretch>
        </p:blipFill>
        <p:spPr>
          <a:xfrm rot="16200000">
            <a:off x="4125565" y="-2861738"/>
            <a:ext cx="2611330" cy="8960855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651553D-345E-A7B4-40C7-DAB667BFEBF3}"/>
              </a:ext>
            </a:extLst>
          </p:cNvPr>
          <p:cNvCxnSpPr>
            <a:cxnSpLocks/>
          </p:cNvCxnSpPr>
          <p:nvPr/>
        </p:nvCxnSpPr>
        <p:spPr>
          <a:xfrm flipV="1">
            <a:off x="6944264" y="762000"/>
            <a:ext cx="1727296" cy="2860767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913B430-10E5-C95A-6351-12C269671CB0}"/>
              </a:ext>
            </a:extLst>
          </p:cNvPr>
          <p:cNvCxnSpPr>
            <a:cxnSpLocks/>
          </p:cNvCxnSpPr>
          <p:nvPr/>
        </p:nvCxnSpPr>
        <p:spPr>
          <a:xfrm flipV="1">
            <a:off x="5262113" y="1466491"/>
            <a:ext cx="2009955" cy="2587924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12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4597-FF20-4CD3-B6E5-0DA96924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32B721F-40B9-4368-DE6F-B1ADB6125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016" r="25569"/>
          <a:stretch>
            <a:fillRect/>
          </a:stretch>
        </p:blipFill>
        <p:spPr>
          <a:xfrm rot="16200000">
            <a:off x="4350123" y="-2617054"/>
            <a:ext cx="2306321" cy="754042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2D8E5A6-22CA-9F27-85AC-F7293B459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39" y="2209800"/>
            <a:ext cx="3356921" cy="32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8E97-2079-FFE5-0777-EB491577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E4B446F-D783-683A-30BA-2FA4A233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5777">
            <a:off x="4274522" y="2133566"/>
            <a:ext cx="3284518" cy="362176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2227424-FA31-EE74-5DF9-921004F44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47"/>
          <a:stretch>
            <a:fillRect/>
          </a:stretch>
        </p:blipFill>
        <p:spPr>
          <a:xfrm rot="16200000">
            <a:off x="4440159" y="-2341854"/>
            <a:ext cx="2175006" cy="711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563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LUPOLI</dc:creator>
  <cp:lastModifiedBy>ANTONIO LUPOLI</cp:lastModifiedBy>
  <cp:revision>2</cp:revision>
  <dcterms:created xsi:type="dcterms:W3CDTF">2026-09-08T10:00:37Z</dcterms:created>
  <dcterms:modified xsi:type="dcterms:W3CDTF">2026-09-22T08:21:11Z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2026-09-09T20:26:05Z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c3594d2d-46bb-4ea0-a663-03070bfbdfff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